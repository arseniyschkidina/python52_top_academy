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12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591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0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37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15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41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90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2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27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84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0250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372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0264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197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675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50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A0142-430E-4E0B-96F4-29D3D837B03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03B5BB9-1FC3-4F92-AFDF-37770098F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02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1859411"/>
            <a:ext cx="8516164" cy="1646302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rgbClr val="FF0000"/>
                </a:solidFill>
              </a:rPr>
              <a:t>«Велосипед»</a:t>
            </a:r>
            <a:br>
              <a:rPr lang="ru-RU" dirty="0" smtClean="0">
                <a:solidFill>
                  <a:srgbClr val="FF0000"/>
                </a:solidFill>
              </a:rPr>
            </a:br>
            <a:r>
              <a:rPr lang="ru-RU" dirty="0" smtClean="0">
                <a:solidFill>
                  <a:srgbClr val="FF0000"/>
                </a:solidFill>
              </a:rPr>
              <a:t>Сервис доставки еды на дом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dirty="0" smtClean="0"/>
              <a:t>Создатель приложения – </a:t>
            </a:r>
            <a:r>
              <a:rPr lang="ru-RU" dirty="0" err="1" smtClean="0"/>
              <a:t>Шкидина</a:t>
            </a:r>
            <a:r>
              <a:rPr lang="ru-RU" dirty="0" smtClean="0"/>
              <a:t> Арсений</a:t>
            </a:r>
            <a:endParaRPr lang="en-US" dirty="0" smtClean="0"/>
          </a:p>
          <a:p>
            <a:pPr algn="l"/>
            <a:endParaRPr lang="en-US" dirty="0"/>
          </a:p>
          <a:p>
            <a:pPr algn="ctr"/>
            <a:r>
              <a:rPr lang="en-US" dirty="0" smtClean="0"/>
              <a:t>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378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работы над приложением: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ru-RU" dirty="0" smtClean="0"/>
              <a:t>Разработка основной идеи проекта;</a:t>
            </a:r>
          </a:p>
          <a:p>
            <a:pPr>
              <a:buAutoNum type="arabicPeriod"/>
            </a:pPr>
            <a:r>
              <a:rPr lang="ru-RU" dirty="0" smtClean="0"/>
              <a:t>Выбор инструментов для создания проекта;</a:t>
            </a:r>
          </a:p>
          <a:p>
            <a:pPr>
              <a:buAutoNum type="arabicPeriod"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770680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Разработка основной идеи проекта: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«Велосипед» - сервис доставки еды на дом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421" y="1144317"/>
            <a:ext cx="4085561" cy="272805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237" y="4407092"/>
            <a:ext cx="2023786" cy="202591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287" y="4407092"/>
            <a:ext cx="2025919" cy="202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2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426" y="703216"/>
            <a:ext cx="6144543" cy="563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57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 инструментов для создания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95" y="1818176"/>
            <a:ext cx="3015435" cy="18846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358" y="1630979"/>
            <a:ext cx="2933700" cy="16287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312" y="3259754"/>
            <a:ext cx="2426154" cy="13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1960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156</TotalTime>
  <Words>44</Words>
  <Application>Microsoft Office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«Велосипед» Сервис доставки еды на дом</vt:lpstr>
      <vt:lpstr>Этапы работы над приложением:</vt:lpstr>
      <vt:lpstr>Разработка основной идеи проекта:</vt:lpstr>
      <vt:lpstr>Презентация PowerPoint</vt:lpstr>
      <vt:lpstr>Выбор инструментов для создания проекта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«Велосипед» Сервис доставки еды на дом</dc:title>
  <dc:creator>Студент ВА</dc:creator>
  <cp:lastModifiedBy>Студент ВА</cp:lastModifiedBy>
  <cp:revision>7</cp:revision>
  <dcterms:created xsi:type="dcterms:W3CDTF">2026-05-04T12:08:21Z</dcterms:created>
  <dcterms:modified xsi:type="dcterms:W3CDTF">2026-05-04T14:44:33Z</dcterms:modified>
</cp:coreProperties>
</file>